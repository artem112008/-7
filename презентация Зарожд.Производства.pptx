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80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Зарождение бережливого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производства в Японии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371600" cy="36576"/>
          </a:xfrm>
          <a:prstGeom prst="rect">
            <a:avLst/>
          </a:prstGeom>
          <a:solidFill>
            <a:srgbClr val="A886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 послевоенной Toyota родилась система,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которая позже получила имя Lean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ИСТОРИЧЕСКИЕ ПРЕДПОСЫЛКИ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именно в Японии и именно тогда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" cy="1005840"/>
          </a:xfrm>
          <a:prstGeom prst="rect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Разрушенная экономика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1945 года Япония осталась без сырья, капитала и современного оборудования. Классическое массовое производство было невозможно.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09728" cy="1005840"/>
          </a:xfrm>
          <a:prstGeom prst="rect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77240" y="2587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Ограниченный рынок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8986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спрос был небольшим. Нужно было выпускать много разных моделей малыми партиями, а не одну модель огромными тиражами.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09728" cy="1005840"/>
          </a:xfrm>
          <a:prstGeom prst="rect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7724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Вынужденная экономия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0416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лишний запас, каждый брак, каждая лишняя операция стоили слишком дорого. Система должна была рождаться из экономии ресурсов.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КТО СОЗДАЛ СИСТЕМУ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поколения семьи Тоёда и Тайити Оно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338328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Сакити Тоёда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1867–1930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Изобрёл принцип дзидока: станок сам останавливается при появлении брака. Заложил идею «качество внутри процесса».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338328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743200" cy="73152"/>
          </a:xfrm>
          <a:prstGeom prst="rect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Киитиро Тоёда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1894–1952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Toyota Motor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1930-е годы сформулировал принцип «точно вовремя» (Just-in-Time): производить только то, что нужно, когда нужно.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743200" cy="338328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Тайити Оно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1912–1990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6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Архитектор системы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1943 года в Toyota. В 1940–60-е превратил идеи Тоёда в работающую производственную систему.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КАК ФОРМИРОВАЛАСЬ СИСТЕМА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шаги 1940–1960-х годов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685800"/>
          </a:xfrm>
          <a:prstGeom prst="rect">
            <a:avLst/>
          </a:prstGeom>
          <a:solidFill>
            <a:srgbClr val="2A221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Тайити Оно переходит из текстильного производства в Toyota Motor. Приносит с собой мышление дзидока.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371600" cy="685800"/>
          </a:xfrm>
          <a:prstGeom prst="rect">
            <a:avLst/>
          </a:prstGeom>
          <a:solidFill>
            <a:srgbClr val="2A221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1948–50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19456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Эксперименты с сокращением запасов и изменением потока информации. Начало «вытягивания» вместо «выталкивания».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371600" cy="685800"/>
          </a:xfrm>
          <a:prstGeom prst="rect">
            <a:avLst/>
          </a:prstGeom>
          <a:solidFill>
            <a:srgbClr val="2A221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1950-е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30632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супермаркета: следующий процесс «берёт» только то, что нужно. Появляется канбан как практический инструмент.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371600" cy="685800"/>
          </a:xfrm>
          <a:prstGeom prst="rect">
            <a:avLst/>
          </a:prstGeom>
          <a:solidFill>
            <a:srgbClr val="2A221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1950–60-е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9319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постепенно охватывает цеха, затем поставщиков. Формируется целостный подход, позже названный Toyota Production System.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ДВА ФУНДАМЕНТАЛЬНЫХ ПРИНЦИПА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легло в основу системы уже на этапе зарождения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29184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640080"/>
          </a:xfrm>
          <a:prstGeom prst="rect">
            <a:avLst/>
          </a:prstGeom>
          <a:solidFill>
            <a:srgbClr val="2A221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JUST-IN-TIME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Киитиро Тоёда,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реализованная Оно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Производить только необходимое, в нужный момент и в нужном количестве. Появилась как ответ на нехватку ресурсов и невозможность держать большие запасы.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DE6D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23360" cy="640080"/>
          </a:xfrm>
          <a:prstGeom prst="rect">
            <a:avLst/>
          </a:prstGeom>
          <a:solidFill>
            <a:srgbClr val="2A221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JIDOKA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Наследие Сакити Тоёда,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перенесённое в автомобилестроение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Остановка процесса при обнаружении проблемы. Качество встраивается в работу, а не проверяется в конце. Стало одним из двух столпов системы.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•  ЧТО ВАЖНО ПОНЯТЬ О ЗАРОЖДЕНИИ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Главные выводы по теме 16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6032" cy="256032"/>
          </a:xfrm>
          <a:prstGeom prst="line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02920" y="134416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родилась не из теории, а из жёсткой необходимости послевоенной Японии — дефицита ресурсов и малого рынка.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56032" cy="256032"/>
          </a:xfrm>
          <a:prstGeom prst="line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Идеи заложили Сакити и Киитиро Тоёда; практическую систему создал Тайити Оно в 1940–60-е годы.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256032" cy="256032"/>
          </a:xfrm>
          <a:prstGeom prst="line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фундаментальных принципа — Just-in-Time и Jidoka — появились именно на этапе зарождения.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256032" cy="256032"/>
          </a:xfrm>
          <a:prstGeom prst="line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концу 1960-х в Toyota уже существовала целостная производственная система, которую позже назовут TPS.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256032" cy="256032"/>
          </a:xfrm>
          <a:prstGeom prst="line">
            <a:avLst/>
          </a:prstGeom>
          <a:solidFill>
            <a:srgbClr val="B83A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02920" y="4087368"/>
            <a:ext cx="256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был именно японский ответ на свои условия, а не копия западных методов массового производства.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445</Words>
  <Application>Microsoft Office PowerPoint</Application>
  <PresentationFormat>Экран (16:9)</PresentationFormat>
  <Paragraphs>64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Зарождение бережливого производства в Японии</dc:title>
  <dc:subject>Тема 16 — строго зарождение TPS в Японии</dc:subject>
  <dc:creator>Презентация</dc:creator>
  <cp:lastModifiedBy>Артём Восканян</cp:lastModifiedBy>
  <cp:revision>2</cp:revision>
  <dcterms:created xsi:type="dcterms:W3CDTF">2026-10-21T20:58:00Z</dcterms:created>
  <dcterms:modified xsi:type="dcterms:W3CDTF">2026-10-21T21:00:09Z</dcterms:modified>
</cp:coreProperties>
</file>